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3.svg" ContentType="image/svg+xml"/>
  <Override PartName="/ppt/media/image-3-5.svg" ContentType="image/svg+xml"/>
  <Override PartName="/ppt/media/image-3-7.svg" ContentType="image/svg+xml"/>
  <Override PartName="/ppt/media/image-5-3.svg" ContentType="image/svg+xml"/>
  <Override PartName="/ppt/media/image-5-5.svg" ContentType="image/svg+xml"/>
  <Override PartName="/ppt/media/image-5-7.svg" ContentType="image/svg+xml"/>
  <Override PartName="/ppt/media/image-5-9.svg" ContentType="image/svg+xml"/>
  <Override PartName="/ppt/media/image-6-2.svg" ContentType="image/svg+xml"/>
  <Override PartName="/ppt/media/image-6-4.svg" ContentType="image/svg+xml"/>
  <Override PartName="/ppt/media/image-7-2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Barlow Black"/>
      <p:regular r:id="rId201317"/>
    </p:embeddedFont>
    <p:embeddedFont>
      <p:font typeface="Spline Sans SemiBold"/>
      <p:regular r:id="rId201318"/>
    </p:embeddedFont>
    <p:embeddedFont>
      <p:font typeface="Spline Sans Bold"/>
      <p:regular r:id="rId201319"/>
    </p:embeddedFont>
    <p:embeddedFont>
      <p:font typeface="Spline Sans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1206897"/>
            <a:ext cx="61797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Udharwale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91898" y="2086967"/>
            <a:ext cx="6179784" cy="236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 Personal Ledger &amp; Debt Tracking Web App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5291898" y="4761309"/>
            <a:ext cx="6179784" cy="889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Capstone Project Report · MCA · Lovely Professional University Online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Mohammed Naeem Aqueel Ahmed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Reg. No. 324103745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898" y="569516"/>
            <a:ext cx="617978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Problem: Informal Debt Goes Untracked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291898" y="1912243"/>
            <a:ext cx="6179784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many communities, borrowing small amounts, splitting bills, or buying on credit from local shops is everyday reality. Yet these micro-transactions are tracked on paper or memory — leading to </a:t>
            </a:r>
            <a:pPr algn="l" indent="0" marL="0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errors, confusion, and strained relationships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291898" y="3311426"/>
            <a:ext cx="2999506" cy="1697038"/>
          </a:xfrm>
          <a:prstGeom prst="roundRect">
            <a:avLst>
              <a:gd name="adj" fmla="val 17048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503824" y="3523357"/>
            <a:ext cx="257565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Individuals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503824" y="3899694"/>
            <a:ext cx="2575654" cy="896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Track money lent to or borrowed from friends and family.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472176" y="3311426"/>
            <a:ext cx="2999506" cy="1697038"/>
          </a:xfrm>
          <a:prstGeom prst="roundRect">
            <a:avLst>
              <a:gd name="adj" fmla="val 17048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684102" y="3523357"/>
            <a:ext cx="257565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Shopkeepers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84102" y="3899694"/>
            <a:ext cx="2575654" cy="597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Keep a digital "Khata" of customers who buy on credit.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291898" y="5189240"/>
            <a:ext cx="6179784" cy="1099145"/>
          </a:xfrm>
          <a:prstGeom prst="roundRect">
            <a:avLst>
              <a:gd name="adj" fmla="val 26322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503824" y="5401171"/>
            <a:ext cx="5755933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Students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503824" y="5777508"/>
            <a:ext cx="5755933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 shared expenses like rent, food, and travel.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80330"/>
            <a:ext cx="10751670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is Udharwale?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356320"/>
            <a:ext cx="6851280" cy="3882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9745" y="2954040"/>
            <a:ext cx="3508188" cy="686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Udharwale</a:t>
            </a:r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digitizes personal debt management — replacing paper ledgers with a secure, intuitive web application.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237" y="5526038"/>
            <a:ext cx="241096" cy="2411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2386" y="5521127"/>
            <a:ext cx="295684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Categorize Transactions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242386" y="5819676"/>
            <a:ext cx="2956843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 as </a:t>
            </a:r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"Gave"</a:t>
            </a:r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(Lent) or </a:t>
            </a:r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29DDD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"Got"</a:t>
            </a:r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(Borrowed).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6414" y="5526038"/>
            <a:ext cx="241096" cy="2411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78563" y="5521127"/>
            <a:ext cx="295684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Dynamic Dashboard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878563" y="5819676"/>
            <a:ext cx="2956843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overview of total balances and net cashflow.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2591" y="5526038"/>
            <a:ext cx="241096" cy="2411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14740" y="5521127"/>
            <a:ext cx="295684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Secure Authentication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8514740" y="5819676"/>
            <a:ext cx="2956843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Login with email, password, and PIN recovery.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Existing Solutions &amp; The Gap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986433"/>
            <a:ext cx="5250426" cy="5250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3163590"/>
            <a:ext cx="52504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Udharwale?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227607" y="3357860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Splitwise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too group-focused.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KhataBook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too business-oriented. Neither serves the everyday individual who simply wants to track "I gave X" and "I got Y" transactions.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227607" y="3662561"/>
            <a:ext cx="5250426" cy="390723"/>
          </a:xfrm>
          <a:prstGeom prst="roundRect">
            <a:avLst>
              <a:gd name="adj" fmla="val 39491"/>
            </a:avLst>
          </a:prstGeom>
          <a:solidFill>
            <a:srgbClr val="00805A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95" y="3751263"/>
            <a:ext cx="128584" cy="102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61767" y="3734495"/>
            <a:ext cx="4813477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Udharwale fills this gap with a minimalist, one-on-one interface accessible to users with minimal technical literacy.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625376"/>
            <a:ext cx="617978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Tools &amp; Technologies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720012" y="1133277"/>
            <a:ext cx="6179784" cy="1208385"/>
          </a:xfrm>
          <a:prstGeom prst="roundRect">
            <a:avLst>
              <a:gd name="adj" fmla="val 16760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867646" y="1280914"/>
            <a:ext cx="405001" cy="405011"/>
          </a:xfrm>
          <a:prstGeom prst="ellipse">
            <a:avLst/>
          </a:prstGeom>
          <a:solidFill>
            <a:srgbClr val="16FFBB"/>
          </a:solidFill>
          <a:ln/>
        </p:spPr>
        <p:txBody>
          <a:bodyPr/>
          <a:p/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967" y="1392238"/>
            <a:ext cx="182260" cy="1822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7646" y="1774527"/>
            <a:ext cx="588451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Frontend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867646" y="2015133"/>
            <a:ext cx="58845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Next.js 16 (App Router), React 19, Tailwind CSS 4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20012" y="2430264"/>
            <a:ext cx="6179784" cy="1208385"/>
          </a:xfrm>
          <a:prstGeom prst="roundRect">
            <a:avLst>
              <a:gd name="adj" fmla="val 16760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867646" y="2577902"/>
            <a:ext cx="405001" cy="405011"/>
          </a:xfrm>
          <a:prstGeom prst="ellipse">
            <a:avLst/>
          </a:prstGeom>
          <a:solidFill>
            <a:srgbClr val="29DDDA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8967" y="2689225"/>
            <a:ext cx="182260" cy="1822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7646" y="3071515"/>
            <a:ext cx="588451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867646" y="3312120"/>
            <a:ext cx="58845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Next.js API Routes in a Node.js environment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20012" y="3727252"/>
            <a:ext cx="6179784" cy="1208385"/>
          </a:xfrm>
          <a:prstGeom prst="roundRect">
            <a:avLst>
              <a:gd name="adj" fmla="val 16760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867646" y="3874889"/>
            <a:ext cx="405001" cy="405011"/>
          </a:xfrm>
          <a:prstGeom prst="ellipse">
            <a:avLst/>
          </a:prstGeom>
          <a:solidFill>
            <a:srgbClr val="37A7E7"/>
          </a:solidFill>
          <a:ln/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8967" y="3986213"/>
            <a:ext cx="182260" cy="1822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7646" y="4368502"/>
            <a:ext cx="588451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867646" y="4609108"/>
            <a:ext cx="58845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MongoDB via Mongoose — flexible document schemas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20012" y="5024239"/>
            <a:ext cx="6179784" cy="1208385"/>
          </a:xfrm>
          <a:prstGeom prst="roundRect">
            <a:avLst>
              <a:gd name="adj" fmla="val 16760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867646" y="5171877"/>
            <a:ext cx="405001" cy="405011"/>
          </a:xfrm>
          <a:prstGeom prst="ellipse">
            <a:avLst/>
          </a:prstGeom>
          <a:solidFill>
            <a:srgbClr val="091231"/>
          </a:solidFill>
          <a:ln/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8967" y="5283200"/>
            <a:ext cx="182260" cy="1822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7646" y="5665490"/>
            <a:ext cx="588451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Language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867646" y="5906095"/>
            <a:ext cx="5884517" cy="178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TypeScript for strong typing and error reduction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02965"/>
            <a:ext cx="10751670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 Design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20012" y="1596727"/>
            <a:ext cx="347762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Two Primary Collections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023963"/>
            <a:ext cx="3477629" cy="13582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6988" y="2229346"/>
            <a:ext cx="296527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26988" y="2636838"/>
            <a:ext cx="2965277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Stores name, email, hashed password,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recovery PIN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and security answer.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3539629"/>
            <a:ext cx="3477629" cy="24381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6988" y="3745012"/>
            <a:ext cx="2965277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Contacts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026988" y="4152503"/>
            <a:ext cx="2965277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Mapped to userId. Stores contact details (name, phone, email) with an </a:t>
            </a:r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embedded array of transactions</a:t>
            </a:r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each holding amount, type ('gave'/'got'), description, date, and category.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123" y="1860550"/>
            <a:ext cx="6834810" cy="38731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995561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Modules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978521"/>
            <a:ext cx="411450" cy="411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647156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Authentication Module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3056334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Handles secure login, registration, and password recovery using a custom PIN and security question.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432" y="1978521"/>
            <a:ext cx="411450" cy="411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4432" y="2647156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Dashboard Module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24432" y="3056334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Fetches and aggregates all transactions to display total outstanding balances in real time.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4126210"/>
            <a:ext cx="411450" cy="4114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0012" y="4794845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Contact Management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20012" y="5204023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Allows users to add, edit, and view individual contacts with full transaction history.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4432" y="4126210"/>
            <a:ext cx="411450" cy="4114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24432" y="4794845"/>
            <a:ext cx="524725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Transaction Module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24432" y="5204023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Enables adding new financial records tied to specific contacts and updates aggregated totals instantly.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83902"/>
            <a:ext cx="10751670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Methodology: Agile Development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153" y="1523702"/>
            <a:ext cx="10407290" cy="39053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01110" y="4497791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Frontend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322841" y="4497791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Backend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355323" y="4497791"/>
            <a:ext cx="1569713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Schema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3387805" y="4497791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UI/UX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377282" y="4497791"/>
            <a:ext cx="1569714" cy="268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Requirements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20012" y="5646241"/>
            <a:ext cx="10751670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Iterative development allowed continuous testing and rapid incorporation of UI/UX improvements throughout the project lifecycle.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807244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Results: The Application in Action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790204"/>
            <a:ext cx="1979166" cy="1223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327054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Login &amp; Registration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20012" y="3679726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Clean, welcoming authentication screens with PIN-based account recovery backup.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625" y="1790204"/>
            <a:ext cx="1979166" cy="12231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625" y="327054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Main Dashboard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389625" y="3679726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Accurately calculates net balance.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Green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money to receive,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29DDD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money owed.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1790204"/>
            <a:ext cx="1979166" cy="12231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9238" y="3270548"/>
            <a:ext cx="341244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Overview View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059238" y="3679726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Displays total to receive, total owed, net cashflow ratio, and distribution by category.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20012" y="4898727"/>
            <a:ext cx="10751670" cy="1152029"/>
          </a:xfrm>
          <a:prstGeom prst="roundRect">
            <a:avLst>
              <a:gd name="adj" fmla="val 26788"/>
            </a:avLst>
          </a:prstGeom>
          <a:solidFill>
            <a:srgbClr val="00805A"/>
          </a:solidFill>
          <a:ln/>
        </p:spPr>
        <p:txBody>
          <a:bodyPr/>
          <a:p/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88" y="5191720"/>
            <a:ext cx="257169" cy="2056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88532" y="5155803"/>
            <a:ext cx="987747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Embedding transactions within the Contact model significantly reduced database query times. The app is fully responsive on mobile browsers.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19026"/>
            <a:ext cx="1075167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 &amp; Future Scope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20012" y="1336873"/>
            <a:ext cx="5187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0012" y="1666875"/>
            <a:ext cx="5187622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Udharwale successfully demonstrates how modern web technologies can solve a practical, everyday problem — reducing the cognitive load of remembering informal debts and minimizing financial disputes among peers.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90411" y="1336873"/>
            <a:ext cx="5187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90411" y="1681361"/>
            <a:ext cx="308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90411" y="1924546"/>
            <a:ext cx="5187622" cy="19050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90411" y="2039739"/>
            <a:ext cx="5187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WhatsApp/SMS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90411" y="2369741"/>
            <a:ext cx="51876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reminders for pending payments.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90411" y="2817118"/>
            <a:ext cx="308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0411" y="3060303"/>
            <a:ext cx="5187622" cy="19050"/>
          </a:xfrm>
          <a:prstGeom prst="rect">
            <a:avLst/>
          </a:prstGeom>
          <a:solidFill>
            <a:srgbClr val="29DDD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90411" y="3175496"/>
            <a:ext cx="5187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Multi-Currency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90411" y="3505498"/>
            <a:ext cx="51876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 transactions in different currencies.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90411" y="3952875"/>
            <a:ext cx="308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0411" y="4196060"/>
            <a:ext cx="5187622" cy="19050"/>
          </a:xfrm>
          <a:prstGeom prst="rect">
            <a:avLst/>
          </a:prstGeom>
          <a:solidFill>
            <a:srgbClr val="37A7E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90411" y="4311253"/>
            <a:ext cx="5187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Export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0411" y="4641255"/>
            <a:ext cx="51876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Export histories to PDF or Excel.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0411" y="5088632"/>
            <a:ext cx="308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90411" y="5331817"/>
            <a:ext cx="5187622" cy="19050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90411" y="5447010"/>
            <a:ext cx="51876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Progressive Web App (PWA)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90411" y="5777012"/>
            <a:ext cx="51876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Install natively on smartphones.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2026-09-07T16:42:51Z</dcterms:created>
  <dcterms:modified xsi:type="dcterms:W3CDTF">2026-09-07T16:42:51Z</dcterms:modified>
</cp:coreProperties>
</file>